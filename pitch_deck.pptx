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1371600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STUDIOS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28600" y="10972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CLIMBER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2286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High Dare You Climb?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28600" y="3200400"/>
            <a:ext cx="4572000" cy="36576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Casino Game  |  Operator Ready  |  Provably Fair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28600" y="4023360"/>
            <a:ext cx="2011680" cy="77724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2860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WIN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860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999,999x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423160" y="4023360"/>
            <a:ext cx="2011680" cy="77724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42316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EDGE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42316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17720" y="4023360"/>
            <a:ext cx="2011680" cy="77724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1772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1772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12280" y="4023360"/>
            <a:ext cx="2011680" cy="77724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1228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1228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131E"/>
          </a:solidFill>
          <a:ln w="12700">
            <a:solidFill>
              <a:srgbClr val="081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Studios  |  Ice Climber v1.0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Ice Climber?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Climber is an HTML5 skill-stop ladder game where players bet and climb ledges one at a time. Each ledge carries a crack probability — cash out before you fall and pocket your multiplier. The higher you climb, the bigger the reward.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4754880" cy="347472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/ Crash-style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44368"/>
            <a:ext cx="4754880" cy="347472"/>
          </a:xfrm>
          <a:prstGeom prst="rect">
            <a:avLst/>
          </a:prstGeom>
          <a:solidFill>
            <a:srgbClr val="08131E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90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990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Desktop &amp; Mobile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4754880" cy="347472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74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3374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(operator configurable)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4754880" cy="347472"/>
          </a:xfrm>
          <a:prstGeom prst="rect">
            <a:avLst/>
          </a:prstGeom>
          <a:solidFill>
            <a:srgbClr val="08131E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58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758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999,999x stake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96512"/>
            <a:ext cx="4754880" cy="347472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42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Ledges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4142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4754880" cy="347472"/>
          </a:xfrm>
          <a:prstGeom prst="rect">
            <a:avLst/>
          </a:prstGeom>
          <a:solidFill>
            <a:srgbClr val="08131E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Normal / Hard / Extreme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822960"/>
            <a:ext cx="1554480" cy="1645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822960"/>
            <a:ext cx="1554480" cy="73152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48640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822960"/>
            <a:ext cx="1554480" cy="1645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822960"/>
            <a:ext cx="1554480" cy="73152"/>
          </a:xfrm>
          <a:prstGeom prst="rect">
            <a:avLst/>
          </a:prstGeom>
          <a:solidFill>
            <a:srgbClr val="44EE88"/>
          </a:solidFill>
          <a:ln w="12700">
            <a:solidFill>
              <a:srgbClr val="44EE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4E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22376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2743200"/>
            <a:ext cx="1554480" cy="1645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2743200"/>
            <a:ext cx="1554480" cy="73152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9718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0.20x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548640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23760" y="2743200"/>
            <a:ext cx="1554480" cy="1645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23760" y="2743200"/>
            <a:ext cx="1554480" cy="73152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29718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722376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131E"/>
          </a:solidFill>
          <a:ln w="12700">
            <a:solidFill>
              <a:srgbClr val="081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3931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65960" cy="64008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68680" cy="36576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Bet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sets their stake and chooses a difficulty level (Easy → Extreme).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1965960" cy="3931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777240"/>
            <a:ext cx="1965960" cy="64008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960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2999232" y="1691640"/>
            <a:ext cx="868680" cy="36576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Ledges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87752" y="24688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click attempts the next ledge. Crack probability increases with every level.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777240"/>
            <a:ext cx="1965960" cy="3931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777240"/>
            <a:ext cx="1965960" cy="64008"/>
          </a:xfrm>
          <a:prstGeom prst="rect">
            <a:avLst/>
          </a:prstGeom>
          <a:solidFill>
            <a:srgbClr val="44EE88"/>
          </a:solidFill>
          <a:ln w="12700">
            <a:solidFill>
              <a:srgbClr val="44EE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960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4E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5175504" y="1691640"/>
            <a:ext cx="868680" cy="36576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 Anytime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4688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can descend and cash out at any safe level to collect their multiplier.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777240"/>
            <a:ext cx="1965960" cy="3931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777240"/>
            <a:ext cx="1965960" cy="64008"/>
          </a:xfrm>
          <a:prstGeom prst="rect">
            <a:avLst/>
          </a:prstGeom>
          <a:solidFill>
            <a:srgbClr val="EE4444"/>
          </a:solidFill>
          <a:ln w="12700">
            <a:solidFill>
              <a:srgbClr val="EE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960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E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7351776" y="1691640"/>
            <a:ext cx="868680" cy="36576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Fall and Lose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0296" y="24688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a cracked ledge and the bet is lost. Higher levels = higher risk and reward.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A0A02"/>
          </a:solidFill>
          <a:ln w="12700">
            <a:solidFill>
              <a:srgbClr val="3A2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ZONE:  Levels 1–4 pay 0.20x → 0.25x → 0.50x → 0.75x  |  Break-even at Level 5  |  Levels 6+ pay growing multipliers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131E"/>
          </a:solidFill>
          <a:ln w="12700">
            <a:solidFill>
              <a:srgbClr val="081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MULTIPLIERS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Multiplier Table — NORMAL difficulty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4572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0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A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0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A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0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A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0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A3D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E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E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D1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731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Math Facts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0" y="1097280"/>
            <a:ext cx="1554480" cy="1645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097280"/>
            <a:ext cx="1554480" cy="64008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(CSPRNG)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 Method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178040" y="1097280"/>
            <a:ext cx="1554480" cy="1645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1097280"/>
            <a:ext cx="1554480" cy="64008"/>
          </a:xfrm>
          <a:prstGeom prst="rect">
            <a:avLst/>
          </a:prstGeom>
          <a:solidFill>
            <a:srgbClr val="44EE88"/>
          </a:solidFill>
          <a:ln w="12700">
            <a:solidFill>
              <a:srgbClr val="44EE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7804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E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seed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4E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round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1780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Fair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2971800"/>
            <a:ext cx="1554480" cy="1645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2971800"/>
            <a:ext cx="1554480" cy="64008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D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zone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Edge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78040" y="2971800"/>
            <a:ext cx="1554480" cy="164592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78040" y="2971800"/>
            <a:ext cx="1554480" cy="64008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7804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999,999x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7804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Win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08131E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formula (Level 5+):   M(n) = Survival(5) / Survival(n)   where Survival(n) = product of (1 - crack%) for levels 1 to 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131E"/>
          </a:solidFill>
          <a:ln w="12700">
            <a:solidFill>
              <a:srgbClr val="081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182880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1828800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050D1A"/>
          </a:solidFill>
          <a:ln w="12700">
            <a:solidFill>
              <a:srgbClr val="FFDD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Fair RNG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 CSPRNG. SHA-256 hashed server seed per round. Players can verify every outcome.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54680" y="777240"/>
            <a:ext cx="2651760" cy="182880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777240"/>
            <a:ext cx="64008" cy="1828800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1005840"/>
            <a:ext cx="457200" cy="457200"/>
          </a:xfrm>
          <a:prstGeom prst="ellipse">
            <a:avLst/>
          </a:prstGeom>
          <a:solidFill>
            <a:srgbClr val="050D1A"/>
          </a:solidFill>
          <a:ln w="12700">
            <a:solidFill>
              <a:srgbClr val="4AA3D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07899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Ready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HTML5. Tested on iOS and Android browsers. No app download required.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35040" y="777240"/>
            <a:ext cx="2651760" cy="182880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777240"/>
            <a:ext cx="64008" cy="1828800"/>
          </a:xfrm>
          <a:prstGeom prst="rect">
            <a:avLst/>
          </a:prstGeom>
          <a:solidFill>
            <a:srgbClr val="44EE88"/>
          </a:solidFill>
          <a:ln w="12700">
            <a:solidFill>
              <a:srgbClr val="44EE8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005840"/>
            <a:ext cx="457200" cy="457200"/>
          </a:xfrm>
          <a:prstGeom prst="ellipse">
            <a:avLst/>
          </a:prstGeom>
          <a:solidFill>
            <a:srgbClr val="050D1A"/>
          </a:solidFill>
          <a:ln w="12700">
            <a:solidFill>
              <a:srgbClr val="44EE8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07899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API Integration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1792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3-endpoint REST API (balance, debit, credit). Load via iframe with token. Plug into any operator wallet.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74320" y="2834640"/>
            <a:ext cx="2651760" cy="182880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2834640"/>
            <a:ext cx="64008" cy="1828800"/>
          </a:xfrm>
          <a:prstGeom prst="rect">
            <a:avLst/>
          </a:prstGeom>
          <a:solidFill>
            <a:srgbClr val="44EE88"/>
          </a:solidFill>
          <a:ln w="12700">
            <a:solidFill>
              <a:srgbClr val="44EE8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050D1A"/>
          </a:solidFill>
          <a:ln w="12700">
            <a:solidFill>
              <a:srgbClr val="44EE8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13639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Difficulty Levels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Extreme. Different danger increments and volatility. Same break-even point at Level 5.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154680" y="2834640"/>
            <a:ext cx="2651760" cy="182880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154680" y="2834640"/>
            <a:ext cx="64008" cy="1828800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337560" y="3063240"/>
            <a:ext cx="457200" cy="457200"/>
          </a:xfrm>
          <a:prstGeom prst="ellipse">
            <a:avLst/>
          </a:prstGeom>
          <a:solidFill>
            <a:srgbClr val="050D1A"/>
          </a:solidFill>
          <a:ln w="12700">
            <a:solidFill>
              <a:srgbClr val="FFDD4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136392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8620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Gambling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33756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session loss limits, time limits, and a separate demo mode with no real money.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035040" y="2834640"/>
            <a:ext cx="2651760" cy="182880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035040" y="2834640"/>
            <a:ext cx="64008" cy="1828800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17920" y="3063240"/>
            <a:ext cx="457200" cy="457200"/>
          </a:xfrm>
          <a:prstGeom prst="ellipse">
            <a:avLst/>
          </a:prstGeom>
          <a:solidFill>
            <a:srgbClr val="050D1A"/>
          </a:solidFill>
          <a:ln w="12700">
            <a:solidFill>
              <a:srgbClr val="4AA3D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136392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6656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1792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demo with 1,000 virtual credits. Casinos can embed the demo with zero integration.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131E"/>
          </a:solidFill>
          <a:ln w="12700">
            <a:solidFill>
              <a:srgbClr val="081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AA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INTEGRATION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 3 steps — no complex setup required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097280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261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3 Endpoints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three simple REST endpoints on your wallet backend: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/balance?token=T  →  { balance: 100.00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/debit  { token, amount, roundId }  →  { balance: 95.00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/credit  { token, amount, roundId }  →  { balance: 197.50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64008" cy="1097280"/>
          </a:xfrm>
          <a:prstGeom prst="rect">
            <a:avLst/>
          </a:prstGeom>
          <a:solidFill>
            <a:srgbClr val="44EE88"/>
          </a:solidFill>
          <a:ln w="12700">
            <a:solidFill>
              <a:srgbClr val="44EE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44EE88"/>
          </a:solidFill>
          <a:ln w="12700">
            <a:solidFill>
              <a:srgbClr val="44EE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496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Session Token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player opens the game, generate a short-lived session token on your side and pass it in the iframe URL.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57600"/>
            <a:ext cx="64008" cy="1097280"/>
          </a:xfrm>
          <a:prstGeom prst="rect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DD44"/>
          </a:solidFill>
          <a:ln w="12700">
            <a:solidFill>
              <a:srgbClr val="FFD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via iframe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1148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game with your wallet URL and player token: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https://ice-climber.vercel.app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?walletUrl=https://yourcasino.com/api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&amp;token=PLAYER_SESSION_TOKEN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61A06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E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needed for demo — just embed:  https://ice-climber.vercel.app  (loads in demo mode automatically)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131E"/>
          </a:solidFill>
          <a:ln w="12700">
            <a:solidFill>
              <a:srgbClr val="0813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31E"/>
          </a:solidFill>
          <a:ln w="12700">
            <a:solidFill>
              <a:srgbClr val="0813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add Ice Climber to your portfolio?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114800" cy="36576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334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jan.krajci589@gmail.com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278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154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ice-climber.vercel.app (live demo)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0" y="777240"/>
            <a:ext cx="3200400" cy="3840480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69280" y="777240"/>
            <a:ext cx="3200400" cy="64008"/>
          </a:xfrm>
          <a:prstGeom prst="rect">
            <a:avLst/>
          </a:prstGeom>
          <a:solidFill>
            <a:srgbClr val="44EE88"/>
          </a:solidFill>
          <a:ln w="12700">
            <a:solidFill>
              <a:srgbClr val="44EE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46304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HTML5 game source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85623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6480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sheet &amp; game spec PDF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24942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26480" y="2203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API documentation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264261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26480" y="25968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included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035808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26480" y="2990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fair system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0" y="342900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1264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difficulty levels</a:t>
            </a:r>
            <a:endParaRPr lang="en-US" sz="10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0" y="3822192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126480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optimised</a:t>
            </a:r>
            <a:endParaRPr lang="en-US" sz="10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0" y="4215384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126480" y="41696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</a:t>
            </a:r>
            <a:endParaRPr lang="en-US" sz="1000" dirty="0"/>
          </a:p>
        </p:txBody>
      </p:sp>
      <p:sp>
        <p:nvSpPr>
          <p:cNvPr id="3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Studios  |  ice-climber.vercel.app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Climber — Operator Pitch</dc:title>
  <dc:subject>PptxGenJS Presentation</dc:subject>
  <dc:creator>Peak Studios</dc:creator>
  <cp:lastModifiedBy>Peak Studios</cp:lastModifiedBy>
  <cp:revision>1</cp:revision>
  <dcterms:created xsi:type="dcterms:W3CDTF">2026-04-18T10:28:05Z</dcterms:created>
  <dcterms:modified xsi:type="dcterms:W3CDTF">2026-04-18T10:28:05Z</dcterms:modified>
</cp:coreProperties>
</file>